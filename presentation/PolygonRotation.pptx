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embeddedFontLst>
    <p:embeddedFont>
      <p:font typeface="Inter" panose="020B0604020202020204" charset="0"/>
      <p:regular r:id="rId25"/>
    </p:embeddedFont>
    <p:embeddedFont>
      <p:font typeface="JetBrains Mono" panose="02000009000000000000" pitchFamily="49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10"/>
  </p:normalViewPr>
  <p:slideViewPr>
    <p:cSldViewPr snapToGrid="0" snapToObjects="1">
      <p:cViewPr>
        <p:scale>
          <a:sx n="153" d="100"/>
          <a:sy n="153" d="100"/>
        </p:scale>
        <p:origin x="16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89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PolygonRotation</a:t>
            </a:r>
            <a:endParaRPr lang="en-US" sz="3420" b="1" dirty="0"/>
          </a:p>
        </p:txBody>
      </p:sp>
      <p:sp>
        <p:nvSpPr>
          <p:cNvPr id="4" name="Shape 2"/>
          <p:cNvSpPr/>
          <p:nvPr/>
        </p:nvSpPr>
        <p:spPr>
          <a:xfrm>
            <a:off x="3829050" y="3971925"/>
            <a:ext cx="1485900" cy="857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29050" y="3971925"/>
            <a:ext cx="1485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Shashank Bandaru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3829050" y="4281488"/>
            <a:ext cx="1485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EECS · COSC594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3829050" y="4591050"/>
            <a:ext cx="1485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May 2026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a polygon as a set of points, rotate it along the y-axis and get the volume of the resulting object.</a:t>
            </a:r>
            <a:endParaRPr lang="en-US" sz="1069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138" dirty="0"/>
          </a:p>
        </p:txBody>
      </p:sp>
      <p:sp>
        <p:nvSpPr>
          <p:cNvPr id="5" name="Shape 3"/>
          <p:cNvSpPr/>
          <p:nvPr/>
        </p:nvSpPr>
        <p:spPr>
          <a:xfrm>
            <a:off x="4291013" y="1076325"/>
            <a:ext cx="4521994" cy="30146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1013" y="1076325"/>
            <a:ext cx="4521994" cy="301466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5052" y="1091398"/>
            <a:ext cx="77495" cy="299958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06088" y="3682944"/>
            <a:ext cx="4506918" cy="774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45267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8" dirty="0"/>
          </a:p>
        </p:txBody>
      </p:sp>
      <p:sp>
        <p:nvSpPr>
          <p:cNvPr id="10" name="Text 5"/>
          <p:cNvSpPr/>
          <p:nvPr/>
        </p:nvSpPr>
        <p:spPr>
          <a:xfrm>
            <a:off x="4745267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6115" y="1453158"/>
            <a:ext cx="3429179" cy="22986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9075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8" dirty="0"/>
          </a:p>
        </p:txBody>
      </p:sp>
      <p:sp>
        <p:nvSpPr>
          <p:cNvPr id="13" name="Text 7"/>
          <p:cNvSpPr/>
          <p:nvPr/>
        </p:nvSpPr>
        <p:spPr>
          <a:xfrm>
            <a:off x="5949075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8" dirty="0"/>
          </a:p>
        </p:txBody>
      </p:sp>
      <p:sp>
        <p:nvSpPr>
          <p:cNvPr id="14" name="Text 8"/>
          <p:cNvSpPr/>
          <p:nvPr/>
        </p:nvSpPr>
        <p:spPr>
          <a:xfrm>
            <a:off x="7079574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8" dirty="0"/>
          </a:p>
        </p:txBody>
      </p:sp>
      <p:sp>
        <p:nvSpPr>
          <p:cNvPr id="15" name="Text 9"/>
          <p:cNvSpPr/>
          <p:nvPr/>
        </p:nvSpPr>
        <p:spPr>
          <a:xfrm>
            <a:off x="7079574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8" dirty="0"/>
          </a:p>
        </p:txBody>
      </p:sp>
      <p:sp>
        <p:nvSpPr>
          <p:cNvPr id="16" name="Text 10"/>
          <p:cNvSpPr/>
          <p:nvPr/>
        </p:nvSpPr>
        <p:spPr>
          <a:xfrm>
            <a:off x="8210073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8" dirty="0"/>
          </a:p>
        </p:txBody>
      </p:sp>
      <p:sp>
        <p:nvSpPr>
          <p:cNvPr id="17" name="Text 11"/>
          <p:cNvSpPr/>
          <p:nvPr/>
        </p:nvSpPr>
        <p:spPr>
          <a:xfrm>
            <a:off x="8210073" y="3722627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8" dirty="0"/>
          </a:p>
        </p:txBody>
      </p:sp>
      <p:sp>
        <p:nvSpPr>
          <p:cNvPr id="18" name="Text 12"/>
          <p:cNvSpPr/>
          <p:nvPr/>
        </p:nvSpPr>
        <p:spPr>
          <a:xfrm>
            <a:off x="4745267" y="2490383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8" dirty="0"/>
          </a:p>
        </p:txBody>
      </p:sp>
      <p:sp>
        <p:nvSpPr>
          <p:cNvPr id="19" name="Text 13"/>
          <p:cNvSpPr/>
          <p:nvPr/>
        </p:nvSpPr>
        <p:spPr>
          <a:xfrm>
            <a:off x="4745267" y="2490383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8" dirty="0"/>
          </a:p>
        </p:txBody>
      </p:sp>
      <p:sp>
        <p:nvSpPr>
          <p:cNvPr id="20" name="Text 14"/>
          <p:cNvSpPr/>
          <p:nvPr/>
        </p:nvSpPr>
        <p:spPr>
          <a:xfrm>
            <a:off x="4745268" y="1359884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8" dirty="0"/>
          </a:p>
        </p:txBody>
      </p:sp>
      <p:sp>
        <p:nvSpPr>
          <p:cNvPr id="21" name="Text 15"/>
          <p:cNvSpPr/>
          <p:nvPr/>
        </p:nvSpPr>
        <p:spPr>
          <a:xfrm>
            <a:off x="4745268" y="1359884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958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8" dirty="0"/>
          </a:p>
        </p:txBody>
      </p:sp>
      <p:sp>
        <p:nvSpPr>
          <p:cNvPr id="22" name="Text 16"/>
          <p:cNvSpPr/>
          <p:nvPr/>
        </p:nvSpPr>
        <p:spPr>
          <a:xfrm>
            <a:off x="8619674" y="3827205"/>
            <a:ext cx="100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353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353" dirty="0"/>
          </a:p>
        </p:txBody>
      </p:sp>
      <p:sp>
        <p:nvSpPr>
          <p:cNvPr id="23" name="Text 17"/>
          <p:cNvSpPr/>
          <p:nvPr/>
        </p:nvSpPr>
        <p:spPr>
          <a:xfrm>
            <a:off x="8619674" y="3827205"/>
            <a:ext cx="100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353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353" dirty="0"/>
          </a:p>
        </p:txBody>
      </p:sp>
      <p:sp>
        <p:nvSpPr>
          <p:cNvPr id="24" name="Text 18"/>
          <p:cNvSpPr/>
          <p:nvPr/>
        </p:nvSpPr>
        <p:spPr>
          <a:xfrm>
            <a:off x="4629356" y="1136618"/>
            <a:ext cx="104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353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1353" dirty="0"/>
          </a:p>
        </p:txBody>
      </p:sp>
      <p:sp>
        <p:nvSpPr>
          <p:cNvPr id="25" name="Text 19"/>
          <p:cNvSpPr/>
          <p:nvPr/>
        </p:nvSpPr>
        <p:spPr>
          <a:xfrm>
            <a:off x="4629356" y="1136618"/>
            <a:ext cx="104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7"/>
              </a:lnSpc>
              <a:buNone/>
            </a:pPr>
            <a:r>
              <a:rPr lang="en-US" sz="1353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1353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16694" y="1413590"/>
            <a:ext cx="3470630" cy="2340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a polygon as a set of points, rotate it along the y-axis and get the volume of the resulting object.</a:t>
            </a:r>
            <a:endParaRPr lang="en-US" sz="1069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138" dirty="0"/>
          </a:p>
        </p:txBody>
      </p:sp>
      <p:sp>
        <p:nvSpPr>
          <p:cNvPr id="5" name="Shape 3"/>
          <p:cNvSpPr/>
          <p:nvPr/>
        </p:nvSpPr>
        <p:spPr>
          <a:xfrm>
            <a:off x="4300538" y="1071563"/>
            <a:ext cx="4500563" cy="30003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00538" y="1071563"/>
            <a:ext cx="4500563" cy="30003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32045" y="1086564"/>
            <a:ext cx="77128" cy="298537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15539" y="3665829"/>
            <a:ext cx="4485563" cy="771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6389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4" dirty="0"/>
          </a:p>
        </p:txBody>
      </p:sp>
      <p:sp>
        <p:nvSpPr>
          <p:cNvPr id="10" name="Text 5"/>
          <p:cNvSpPr/>
          <p:nvPr/>
        </p:nvSpPr>
        <p:spPr>
          <a:xfrm>
            <a:off x="4756389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33105" y="1446609"/>
            <a:ext cx="3412927" cy="228778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54495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4" dirty="0"/>
          </a:p>
        </p:txBody>
      </p:sp>
      <p:sp>
        <p:nvSpPr>
          <p:cNvPr id="13" name="Text 7"/>
          <p:cNvSpPr/>
          <p:nvPr/>
        </p:nvSpPr>
        <p:spPr>
          <a:xfrm>
            <a:off x="5954495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4" dirty="0"/>
          </a:p>
        </p:txBody>
      </p:sp>
      <p:sp>
        <p:nvSpPr>
          <p:cNvPr id="14" name="Text 8"/>
          <p:cNvSpPr/>
          <p:nvPr/>
        </p:nvSpPr>
        <p:spPr>
          <a:xfrm>
            <a:off x="7079635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4" dirty="0"/>
          </a:p>
        </p:txBody>
      </p:sp>
      <p:sp>
        <p:nvSpPr>
          <p:cNvPr id="15" name="Text 9"/>
          <p:cNvSpPr/>
          <p:nvPr/>
        </p:nvSpPr>
        <p:spPr>
          <a:xfrm>
            <a:off x="7079635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4" dirty="0"/>
          </a:p>
        </p:txBody>
      </p:sp>
      <p:sp>
        <p:nvSpPr>
          <p:cNvPr id="16" name="Text 10"/>
          <p:cNvSpPr/>
          <p:nvPr/>
        </p:nvSpPr>
        <p:spPr>
          <a:xfrm>
            <a:off x="8204776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4" dirty="0"/>
          </a:p>
        </p:txBody>
      </p:sp>
      <p:sp>
        <p:nvSpPr>
          <p:cNvPr id="17" name="Text 11"/>
          <p:cNvSpPr/>
          <p:nvPr/>
        </p:nvSpPr>
        <p:spPr>
          <a:xfrm>
            <a:off x="8204776" y="3705322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4" dirty="0"/>
          </a:p>
        </p:txBody>
      </p:sp>
      <p:sp>
        <p:nvSpPr>
          <p:cNvPr id="18" name="Text 12"/>
          <p:cNvSpPr/>
          <p:nvPr/>
        </p:nvSpPr>
        <p:spPr>
          <a:xfrm>
            <a:off x="4756389" y="2478918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4" dirty="0"/>
          </a:p>
        </p:txBody>
      </p:sp>
      <p:sp>
        <p:nvSpPr>
          <p:cNvPr id="19" name="Text 13"/>
          <p:cNvSpPr/>
          <p:nvPr/>
        </p:nvSpPr>
        <p:spPr>
          <a:xfrm>
            <a:off x="4756389" y="2478918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4" dirty="0"/>
          </a:p>
        </p:txBody>
      </p:sp>
      <p:sp>
        <p:nvSpPr>
          <p:cNvPr id="20" name="Text 14"/>
          <p:cNvSpPr/>
          <p:nvPr/>
        </p:nvSpPr>
        <p:spPr>
          <a:xfrm>
            <a:off x="4756389" y="1353778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4" dirty="0"/>
          </a:p>
        </p:txBody>
      </p:sp>
      <p:sp>
        <p:nvSpPr>
          <p:cNvPr id="21" name="Text 15"/>
          <p:cNvSpPr/>
          <p:nvPr/>
        </p:nvSpPr>
        <p:spPr>
          <a:xfrm>
            <a:off x="4756389" y="1353778"/>
            <a:ext cx="7143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954" dirty="0">
                <a:solidFill>
                  <a:srgbClr val="00000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4" dirty="0"/>
          </a:p>
        </p:txBody>
      </p:sp>
      <p:sp>
        <p:nvSpPr>
          <p:cNvPr id="22" name="Text 16"/>
          <p:cNvSpPr/>
          <p:nvPr/>
        </p:nvSpPr>
        <p:spPr>
          <a:xfrm>
            <a:off x="8608684" y="3809405"/>
            <a:ext cx="100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347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347" dirty="0"/>
          </a:p>
        </p:txBody>
      </p:sp>
      <p:sp>
        <p:nvSpPr>
          <p:cNvPr id="23" name="Text 17"/>
          <p:cNvSpPr/>
          <p:nvPr/>
        </p:nvSpPr>
        <p:spPr>
          <a:xfrm>
            <a:off x="8608684" y="3809405"/>
            <a:ext cx="1000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347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1347" dirty="0"/>
          </a:p>
        </p:txBody>
      </p:sp>
      <p:sp>
        <p:nvSpPr>
          <p:cNvPr id="24" name="Text 18"/>
          <p:cNvSpPr/>
          <p:nvPr/>
        </p:nvSpPr>
        <p:spPr>
          <a:xfrm>
            <a:off x="4637277" y="1131570"/>
            <a:ext cx="104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347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1347" dirty="0"/>
          </a:p>
        </p:txBody>
      </p:sp>
      <p:sp>
        <p:nvSpPr>
          <p:cNvPr id="25" name="Text 19"/>
          <p:cNvSpPr/>
          <p:nvPr/>
        </p:nvSpPr>
        <p:spPr>
          <a:xfrm>
            <a:off x="4637277" y="1131570"/>
            <a:ext cx="104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0"/>
              </a:lnSpc>
              <a:buNone/>
            </a:pPr>
            <a:r>
              <a:rPr lang="en-US" sz="1347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1347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63108" y="1446609"/>
            <a:ext cx="3401676" cy="2276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766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we were to rotate around the y-axis, we get a cylinder with a radius of 3 and a height of 2.</a:t>
            </a:r>
            <a:endParaRPr lang="en-US" sz="1069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138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7213" y="1071563"/>
            <a:ext cx="4371975" cy="300130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" y="4310063"/>
            <a:ext cx="2500408" cy="223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04913"/>
            <a:ext cx="3381375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kern="0" spc="-1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Class: </a:t>
            </a:r>
            <a:r>
              <a:rPr lang="en-US" sz="1425" kern="0" spc="-14" dirty="0" err="1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PolygonRotation</a:t>
            </a:r>
            <a:endParaRPr lang="en-US" sz="1425" kern="0" spc="-14" dirty="0">
              <a:solidFill>
                <a:srgbClr val="000000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95"/>
              </a:lnSpc>
              <a:buNone/>
            </a:pPr>
            <a:r>
              <a:rPr lang="en-US" sz="1425" kern="0" spc="-1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Method: </a:t>
            </a:r>
            <a:r>
              <a:rPr lang="en-US" sz="1425" kern="0" spc="-14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getVolume</a:t>
            </a:r>
            <a:endParaRPr lang="en-US" sz="1425" dirty="0"/>
          </a:p>
          <a:p>
            <a:pPr marL="0" indent="0" algn="l">
              <a:lnSpc>
                <a:spcPts val="1995"/>
              </a:lnSpc>
              <a:buNone/>
            </a:pPr>
            <a:r>
              <a:rPr lang="en-US" sz="1425" kern="0" spc="-1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Parameters:</a:t>
            </a:r>
          </a:p>
          <a:p>
            <a:pPr marL="0" indent="0" algn="l">
              <a:lnSpc>
                <a:spcPts val="1995"/>
              </a:lnSpc>
              <a:buNone/>
            </a:pPr>
            <a:endParaRPr lang="en-US" sz="1425" kern="0" spc="-14" dirty="0">
              <a:solidFill>
                <a:srgbClr val="000000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95"/>
              </a:lnSpc>
              <a:buNone/>
            </a:pPr>
            <a:endParaRPr lang="en-US" sz="1425" kern="0" spc="-14" dirty="0">
              <a:solidFill>
                <a:srgbClr val="000000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95"/>
              </a:lnSpc>
              <a:buNone/>
            </a:pPr>
            <a:endParaRPr lang="en-US" sz="1425" kern="0" spc="-14" dirty="0">
              <a:solidFill>
                <a:srgbClr val="000000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95"/>
              </a:lnSpc>
              <a:buNone/>
            </a:pPr>
            <a:endParaRPr lang="en-US" sz="1425" kern="0" spc="-14" dirty="0">
              <a:solidFill>
                <a:srgbClr val="000000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95"/>
              </a:lnSpc>
              <a:buNone/>
            </a:pPr>
            <a:endParaRPr lang="en-US" sz="1425" kern="0" spc="-14" dirty="0">
              <a:solidFill>
                <a:srgbClr val="000000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95"/>
              </a:lnSpc>
              <a:buNone/>
            </a:pPr>
            <a:r>
              <a:rPr lang="en-US" sz="1425" kern="0" spc="-14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Return: </a:t>
            </a:r>
            <a:r>
              <a:rPr lang="en-US" sz="1425" kern="0" spc="-14" dirty="0">
                <a:solidFill>
                  <a:srgbClr val="000000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double</a:t>
            </a:r>
            <a:endParaRPr lang="en-US" sz="1425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3576638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3576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and Constraints</a:t>
            </a:r>
            <a:endParaRPr lang="en-US" sz="2138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150" y="2252663"/>
          <a:ext cx="1828800" cy="85725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int[]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int[]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0" y="1204913"/>
            <a:ext cx="396240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will contain [3, 50] elements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will contain the same number of elements as x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element of x and y will be [-100, 100]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polygon will be convex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vertices of the polygon will be distinct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two points on the y-axis</a:t>
            </a:r>
            <a:endParaRPr lang="en-US" sz="1283" dirty="0"/>
          </a:p>
          <a:p>
            <a:pPr marL="685800" lvl="1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ymin) and (0, ymax) where ymin&lt;ymax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Vertices are listed in clockwise order starting with (0, ymax)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coordinates will be [ymin, ymax]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3 points will be on the same line</a:t>
            </a:r>
            <a:endParaRPr lang="en-US" sz="1283" dirty="0"/>
          </a:p>
          <a:p>
            <a:pPr marL="342900" indent="-342900" algn="l">
              <a:lnSpc>
                <a:spcPts val="1795"/>
              </a:lnSpc>
              <a:buSzPct val="100000"/>
              <a:buChar char="•"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value be within 1e-9 of the correct value</a:t>
            </a:r>
            <a:endParaRPr lang="en-US" sz="12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a polygon as a set of points, rotate it along the y-axis and get the volume of the resulting object.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5325" y="2176463"/>
          <a:ext cx="3057525" cy="85725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0, 2, 2, 4, 0, -1, -1, -2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6, 4, 2, 0, 0,  0,  2,  4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1433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negative points positive by taking their absolute value.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338638"/>
            <a:ext cx="33813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choose the outer most points of each y value.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610100" y="885825"/>
            <a:ext cx="314325" cy="314325"/>
          </a:xfrm>
          <a:prstGeom prst="ellipse">
            <a:avLst/>
          </a:prstGeom>
          <a:noFill/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662613" y="1957388"/>
            <a:ext cx="314325" cy="314325"/>
          </a:xfrm>
          <a:prstGeom prst="ellipse">
            <a:avLst/>
          </a:prstGeom>
          <a:noFill/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62613" y="3009900"/>
            <a:ext cx="314325" cy="314325"/>
          </a:xfrm>
          <a:prstGeom prst="ellipse">
            <a:avLst/>
          </a:prstGeom>
          <a:noFill/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19888" y="4024313"/>
            <a:ext cx="314325" cy="314325"/>
          </a:xfrm>
          <a:prstGeom prst="ellipse">
            <a:avLst/>
          </a:prstGeom>
          <a:noFill/>
          <a:ln w="18097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1433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we have a new polygon that we can get the volume of.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we split the polygon along the y values, notice we have three simple polygons we can get the volume of.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53025" y="1809750"/>
            <a:ext cx="204788" cy="18690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67313" y="2571750"/>
            <a:ext cx="220405" cy="18573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6363" y="3538538"/>
            <a:ext cx="26699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557588"/>
            <a:ext cx="33813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we split the polygon along the y values, notice we have three simple polygons we can get the volume of. </a:t>
            </a:r>
            <a:endParaRPr lang="en-US" sz="1069" dirty="0"/>
          </a:p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the only shapes that we can encounter: a triangle, a square, and a trapezoid.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53025" y="1809750"/>
            <a:ext cx="204788" cy="18690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67313" y="2571750"/>
            <a:ext cx="220405" cy="18573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6363" y="3538538"/>
            <a:ext cx="26699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443288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we do not need to use three separate equations. We can use the frustum equation which accommodates all of these shapes.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53025" y="1809750"/>
            <a:ext cx="204788" cy="18690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67313" y="2571750"/>
            <a:ext cx="220405" cy="18573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6363" y="3538538"/>
            <a:ext cx="266990" cy="18097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43013" y="4138613"/>
            <a:ext cx="2113825" cy="3952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Irregular Polygon</a:t>
            </a:r>
            <a:endParaRPr lang="en-US" sz="2138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53025" y="1809750"/>
            <a:ext cx="204788" cy="18690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67313" y="2571750"/>
            <a:ext cx="220405" cy="18573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86363" y="3538538"/>
            <a:ext cx="266990" cy="18097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600" y="2624138"/>
            <a:ext cx="3183127" cy="38827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600" y="3226831"/>
            <a:ext cx="3095737" cy="365093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9600" y="3806344"/>
            <a:ext cx="3183127" cy="365093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10484" y="4385857"/>
            <a:ext cx="1149921" cy="1480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a polygon as a set of points, rotate it along the y-axis and get the volume of the resulting object.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Points</a:t>
            </a:r>
            <a:endParaRPr lang="en-US" sz="2138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5325" y="2176463"/>
          <a:ext cx="2409825" cy="857250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0, 4, 1, 0, -2, -3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795"/>
                        </a:lnSpc>
                        <a:buNone/>
                      </a:pPr>
                      <a:r>
                        <a:rPr lang="en-US" sz="1283" kern="0" spc="-13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6, 4, 2, 1,  2,  4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73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1433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time let’s visualize the negative and positive polygons separately.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Points</a:t>
            </a:r>
            <a:endParaRPr lang="en-US" sz="213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752850"/>
            <a:ext cx="3381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we were to take the outer most points, we would add space that isn’t apart of the object. So, we need to do some interpolation to find the crossing point.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Points</a:t>
            </a:r>
            <a:endParaRPr lang="en-US" sz="213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948112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find the crossing points, we check all combinations of line segments. If we find one, we add it to the list of points.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Points</a:t>
            </a:r>
            <a:endParaRPr lang="en-US" sz="213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581400"/>
            <a:ext cx="3381375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453"/>
              </a:lnSpc>
              <a:buNone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we do the same as the last problem, take the outer most points at each y value. And calculate the volume by taking slices of the polygon.</a:t>
            </a:r>
            <a:endParaRPr lang="en-US" sz="1069" dirty="0"/>
          </a:p>
        </p:txBody>
      </p:sp>
      <p:sp>
        <p:nvSpPr>
          <p:cNvPr id="4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Crossing Points</a:t>
            </a:r>
            <a:endParaRPr lang="en-US" sz="2138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" y="4343400"/>
            <a:ext cx="1319048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05150"/>
            <a:ext cx="3976687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Separating the positive and negative points:</a:t>
            </a:r>
            <a:endParaRPr lang="en-US" sz="1283" dirty="0"/>
          </a:p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Checking for crossing points:</a:t>
            </a:r>
            <a:endParaRPr lang="en-US" sz="1283" dirty="0"/>
          </a:p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Selecting the outer most points:</a:t>
            </a:r>
            <a:endParaRPr lang="en-US" sz="1283" dirty="0"/>
          </a:p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Calculating volume:</a:t>
            </a:r>
            <a:endParaRPr lang="en-US" sz="1283" dirty="0"/>
          </a:p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Overall:</a:t>
            </a:r>
            <a:endParaRPr lang="en-US" sz="1283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Time</a:t>
            </a:r>
            <a:endParaRPr lang="en-US" sz="2138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4136" y="3392000"/>
            <a:ext cx="461963" cy="21321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75924" y="3872450"/>
            <a:ext cx="461963" cy="21321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35980" y="4085664"/>
            <a:ext cx="461963" cy="21321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17995" y="3601548"/>
            <a:ext cx="542274" cy="23812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33500" y="4295775"/>
            <a:ext cx="542274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724275"/>
            <a:ext cx="79248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Specs</a:t>
            </a:r>
            <a:endParaRPr lang="en-US" sz="1283" dirty="0"/>
          </a:p>
          <a:p>
            <a:pPr marL="342900" indent="-342900" algn="l">
              <a:lnSpc>
                <a:spcPts val="1453"/>
              </a:lnSpc>
              <a:buSzPct val="100000"/>
              <a:buChar char="•"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on WSL - AMD Ryzen 9 5900HX 3.30 GHz</a:t>
            </a:r>
            <a:endParaRPr lang="en-US" sz="1283" dirty="0"/>
          </a:p>
          <a:p>
            <a:pPr marL="342900" indent="-342900" algn="l">
              <a:lnSpc>
                <a:spcPts val="1453"/>
              </a:lnSpc>
              <a:buSzPct val="100000"/>
              <a:buChar char="•"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Dual Boot - AMD Ryzen 9 5900HX 3.30 GHz</a:t>
            </a:r>
            <a:endParaRPr lang="en-US" sz="1283" dirty="0"/>
          </a:p>
          <a:p>
            <a:pPr marL="342900" indent="-342900" algn="l">
              <a:lnSpc>
                <a:spcPts val="1453"/>
              </a:lnSpc>
              <a:buSzPct val="100000"/>
              <a:buChar char="•"/>
            </a:pPr>
            <a:r>
              <a:rPr lang="en-US" sz="1069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 0 - Intel Core i7-10700 4.8GHz</a:t>
            </a:r>
            <a:endParaRPr lang="en-US" sz="1283" dirty="0"/>
          </a:p>
        </p:txBody>
      </p:sp>
      <p:sp>
        <p:nvSpPr>
          <p:cNvPr id="3" name="Shape 1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2138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4038" y="1023938"/>
            <a:ext cx="5500222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400300"/>
            <a:ext cx="2762250" cy="3429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600" y="24003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138" b="1" kern="0" spc="-4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TopCoder Statistics</a:t>
            </a:r>
            <a:endParaRPr lang="en-US" sz="2138" dirty="0"/>
          </a:p>
        </p:txBody>
      </p:sp>
      <p:sp>
        <p:nvSpPr>
          <p:cNvPr id="4" name="Shape 2"/>
          <p:cNvSpPr/>
          <p:nvPr/>
        </p:nvSpPr>
        <p:spPr>
          <a:xfrm>
            <a:off x="4476750" y="1528763"/>
            <a:ext cx="4057650" cy="20859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76750" y="1528763"/>
            <a:ext cx="1838325" cy="78581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76750" y="1528763"/>
            <a:ext cx="88106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583</a:t>
            </a:r>
            <a:endParaRPr lang="en-US" sz="3420" dirty="0"/>
          </a:p>
        </p:txBody>
      </p:sp>
      <p:sp>
        <p:nvSpPr>
          <p:cNvPr id="7" name="Text 5"/>
          <p:cNvSpPr/>
          <p:nvPr/>
        </p:nvSpPr>
        <p:spPr>
          <a:xfrm>
            <a:off x="4476750" y="2076450"/>
            <a:ext cx="164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Opened the Problem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6696075" y="1528763"/>
            <a:ext cx="1838325" cy="78581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96075" y="1528763"/>
            <a:ext cx="590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3420" dirty="0"/>
          </a:p>
        </p:txBody>
      </p:sp>
      <p:sp>
        <p:nvSpPr>
          <p:cNvPr id="10" name="Text 8"/>
          <p:cNvSpPr/>
          <p:nvPr/>
        </p:nvSpPr>
        <p:spPr>
          <a:xfrm>
            <a:off x="6696075" y="2076450"/>
            <a:ext cx="16573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a Solution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476750" y="2790825"/>
            <a:ext cx="1838325" cy="82391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76750" y="2790825"/>
            <a:ext cx="101441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</a:t>
            </a:r>
            <a:r>
              <a:rPr lang="en-US" sz="1283" b="1" kern="0" spc="-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3.3%</a:t>
            </a:r>
            <a:endParaRPr lang="en-US" sz="3420" dirty="0"/>
          </a:p>
        </p:txBody>
      </p:sp>
      <p:sp>
        <p:nvSpPr>
          <p:cNvPr id="13" name="Text 11"/>
          <p:cNvSpPr/>
          <p:nvPr/>
        </p:nvSpPr>
        <p:spPr>
          <a:xfrm>
            <a:off x="4476750" y="3376613"/>
            <a:ext cx="1381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Solutions</a:t>
            </a:r>
            <a:endParaRPr lang="en-US" sz="1283" dirty="0"/>
          </a:p>
        </p:txBody>
      </p:sp>
      <p:sp>
        <p:nvSpPr>
          <p:cNvPr id="14" name="Shape 12"/>
          <p:cNvSpPr/>
          <p:nvPr/>
        </p:nvSpPr>
        <p:spPr>
          <a:xfrm>
            <a:off x="6696075" y="2790825"/>
            <a:ext cx="1838325" cy="82391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96075" y="2790825"/>
            <a:ext cx="17907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37:32 </a:t>
            </a:r>
            <a:r>
              <a:rPr lang="en-US" sz="1283" b="1" kern="0" spc="-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20:21</a:t>
            </a:r>
            <a:endParaRPr lang="en-US" sz="3420" dirty="0"/>
          </a:p>
        </p:txBody>
      </p:sp>
      <p:sp>
        <p:nvSpPr>
          <p:cNvPr id="16" name="Text 14"/>
          <p:cNvSpPr/>
          <p:nvPr/>
        </p:nvSpPr>
        <p:spPr>
          <a:xfrm>
            <a:off x="6696075" y="3376613"/>
            <a:ext cx="17383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Correct Time</a:t>
            </a:r>
            <a:endParaRPr lang="en-US" sz="128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14500" y="229552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PolygonRotation</a:t>
            </a:r>
            <a:endParaRPr lang="en-US" sz="3420" dirty="0"/>
          </a:p>
        </p:txBody>
      </p:sp>
      <p:sp>
        <p:nvSpPr>
          <p:cNvPr id="4" name="Shape 2"/>
          <p:cNvSpPr/>
          <p:nvPr/>
        </p:nvSpPr>
        <p:spPr>
          <a:xfrm>
            <a:off x="3829050" y="3971925"/>
            <a:ext cx="1485900" cy="857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29050" y="3971925"/>
            <a:ext cx="1485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Shashank Bandaru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3829050" y="4281488"/>
            <a:ext cx="1485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EECS · COSC594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3829050" y="4591050"/>
            <a:ext cx="1485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5"/>
              </a:lnSpc>
              <a:buNone/>
            </a:pPr>
            <a:r>
              <a:rPr lang="en-US" sz="1283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May 2026</a:t>
            </a:r>
            <a:endParaRPr lang="en-US" sz="12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722</Words>
  <Application>Microsoft Office PowerPoint</Application>
  <PresentationFormat>On-screen Show (16:9)</PresentationFormat>
  <Paragraphs>147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JetBrains Mono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Bandaru, Shashank Sudershan Rao</cp:lastModifiedBy>
  <cp:revision>2</cp:revision>
  <dcterms:created xsi:type="dcterms:W3CDTF">2026-04-20T22:24:15Z</dcterms:created>
  <dcterms:modified xsi:type="dcterms:W3CDTF">2026-04-20T22:28:23Z</dcterms:modified>
</cp:coreProperties>
</file>